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8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0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1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6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2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9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3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6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5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3071-4853-454D-B5DE-95FBFC953AC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1B2B2-42B9-47DC-BF0A-2ABBDC55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XÂY DỰNG MÔ HÌNH ĐA PHƯƠNG THỨC DỰ ĐOÁN TÀI CHÍNH (BTC/USD – 1HR)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Phạm Gia Huy – 52100896</a:t>
            </a:r>
          </a:p>
          <a:p>
            <a:r>
              <a:rPr lang="en-US" dirty="0" smtClean="0"/>
              <a:t>Lê Phạm Hoàng Phương - 52100922</a:t>
            </a:r>
          </a:p>
        </p:txBody>
      </p:sp>
    </p:spTree>
    <p:extLst>
      <p:ext uri="{BB962C8B-B14F-4D97-AF65-F5344CB8AC3E}">
        <p14:creationId xmlns:p14="http://schemas.microsoft.com/office/powerpoint/2010/main" val="226209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Dữ liệu Media: gồm 3 cột Date, content(headings) và sentiment label 3 nhãn positive, negative, neutral (Crypto news + tin tài chính)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208" y="2699853"/>
            <a:ext cx="9627577" cy="36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8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Dữ liệu OHLCV: gồm 8 cột đã chuẩn hóa MinMax Scaler(datetime, open, high, low, close, volume, sma14, rsi14)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715" y="2651218"/>
            <a:ext cx="7426569" cy="352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2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Dữ liệu được split thành 4 phần: train(~50%), test(~25%), valid(~25%), backtest(~10%).</a:t>
            </a:r>
          </a:p>
          <a:p>
            <a:r>
              <a:rPr lang="en-US" dirty="0" smtClean="0"/>
              <a:t>Dữ liệu có thời gian split theo media(từ 2017-09-29 đến 2025-10-02)</a:t>
            </a:r>
          </a:p>
          <a:p>
            <a:r>
              <a:rPr lang="en-US" dirty="0" smtClean="0"/>
              <a:t>Cả media và OHLCV điều split theo khung thời gian và tỉ lệ này</a:t>
            </a:r>
          </a:p>
        </p:txBody>
      </p:sp>
    </p:spTree>
    <p:extLst>
      <p:ext uri="{BB962C8B-B14F-4D97-AF65-F5344CB8AC3E}">
        <p14:creationId xmlns:p14="http://schemas.microsoft.com/office/powerpoint/2010/main" val="61088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Finetuning finBERT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Tham số chính:</a:t>
            </a:r>
          </a:p>
          <a:p>
            <a:pPr lvl="1"/>
            <a:r>
              <a:rPr lang="en-US" dirty="0" smtClean="0"/>
              <a:t>MAX LENGTH: 512</a:t>
            </a:r>
          </a:p>
          <a:p>
            <a:pPr lvl="1"/>
            <a:r>
              <a:rPr lang="en-US" dirty="0" smtClean="0"/>
              <a:t>TRAIN BATCH SIZE: 16 DÒNG</a:t>
            </a:r>
          </a:p>
          <a:p>
            <a:pPr lvl="1"/>
            <a:r>
              <a:rPr lang="en-US" dirty="0" smtClean="0"/>
              <a:t>EVAL BATCH SIZE: 32 DÒNG</a:t>
            </a:r>
          </a:p>
          <a:p>
            <a:pPr lvl="1"/>
            <a:r>
              <a:rPr lang="en-US" dirty="0"/>
              <a:t>LEARNING_RATE = 2e-5</a:t>
            </a:r>
          </a:p>
          <a:p>
            <a:pPr lvl="1"/>
            <a:r>
              <a:rPr lang="en-US" dirty="0"/>
              <a:t>NUM_EPOCHS = </a:t>
            </a:r>
            <a:r>
              <a:rPr lang="en-US" dirty="0" smtClean="0"/>
              <a:t>4</a:t>
            </a:r>
          </a:p>
          <a:p>
            <a:pPr lvl="1"/>
            <a:r>
              <a:rPr lang="en-US" dirty="0" smtClean="0"/>
              <a:t>COMPUTE_METRIC: accuracy, precision, recall và macro-F1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2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Finetuning finBERT – kết quả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nghiêng về </a:t>
            </a:r>
            <a:r>
              <a:rPr lang="en-US" i="1" dirty="0" smtClean="0"/>
              <a:t>positive</a:t>
            </a:r>
            <a:r>
              <a:rPr lang="en-US" dirty="0" smtClean="0"/>
              <a:t> và </a:t>
            </a:r>
            <a:r>
              <a:rPr lang="en-US" i="1" dirty="0" smtClean="0"/>
              <a:t>neutral</a:t>
            </a:r>
            <a:r>
              <a:rPr lang="en-US" dirty="0" smtClean="0"/>
              <a:t>, thiếu tự tin với </a:t>
            </a:r>
            <a:r>
              <a:rPr lang="en-US" i="1" dirty="0" smtClean="0"/>
              <a:t>negative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99" y="2363971"/>
            <a:ext cx="6233748" cy="41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Finetuning LSTM baseline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Loss ổn định</a:t>
            </a:r>
          </a:p>
          <a:p>
            <a:r>
              <a:rPr lang="en-US" dirty="0" smtClean="0"/>
              <a:t>Sai số tương đối trung bình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877" y="1513381"/>
            <a:ext cx="6283569" cy="2581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708" y="4919377"/>
            <a:ext cx="6874623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2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Finetuning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Loss ổn định sớm</a:t>
            </a:r>
          </a:p>
          <a:p>
            <a:r>
              <a:rPr lang="en-US" dirty="0" smtClean="0"/>
              <a:t>Embedding giàu chiều hơn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422" y="2008060"/>
            <a:ext cx="654857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2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Finetuning Att-cnn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Loss ổn định sớm</a:t>
            </a:r>
          </a:p>
          <a:p>
            <a:r>
              <a:rPr lang="en-US" dirty="0" smtClean="0"/>
              <a:t>MSE và MAE tốt hơn một chút </a:t>
            </a:r>
          </a:p>
          <a:p>
            <a:pPr marL="0" indent="0">
              <a:buNone/>
            </a:pPr>
            <a:r>
              <a:rPr lang="en-US" dirty="0" smtClean="0"/>
              <a:t>So với transformer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169" y="1474116"/>
            <a:ext cx="5651831" cy="419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5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Tổng kết mô hình định lượng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LSTM baseline thể hiện ổn định, phù hợp làm chuẩn</a:t>
            </a:r>
          </a:p>
          <a:p>
            <a:r>
              <a:rPr lang="en-US" dirty="0" smtClean="0"/>
              <a:t>ATT-CNN-LSTM cho kết quả định lượng tốt nhất, phản ánh rõ giao động của chuỗi</a:t>
            </a:r>
          </a:p>
          <a:p>
            <a:r>
              <a:rPr lang="en-US" dirty="0" smtClean="0"/>
              <a:t>Transformer tạo embedding trừu tượng mạnh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-&gt; sẵn sàng cho tích hợp finBERT + ATT-CNN + Transformer</a:t>
            </a:r>
          </a:p>
        </p:txBody>
      </p:sp>
    </p:spTree>
    <p:extLst>
      <p:ext uri="{BB962C8B-B14F-4D97-AF65-F5344CB8AC3E}">
        <p14:creationId xmlns:p14="http://schemas.microsoft.com/office/powerpoint/2010/main" val="410132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input_dim: 3843     </a:t>
            </a:r>
            <a:r>
              <a:rPr lang="en-US" dirty="0" smtClean="0"/>
              <a:t>= finBERT + Transformer + ATT-CNN</a:t>
            </a:r>
            <a:endParaRPr lang="vi-VN" dirty="0"/>
          </a:p>
          <a:p>
            <a:r>
              <a:rPr lang="vi-VN" dirty="0"/>
              <a:t>hidden_dim: 512</a:t>
            </a:r>
          </a:p>
          <a:p>
            <a:r>
              <a:rPr lang="vi-VN" dirty="0"/>
              <a:t>output_dim: 256  </a:t>
            </a:r>
            <a:endParaRPr lang="en-US" dirty="0" smtClean="0"/>
          </a:p>
          <a:p>
            <a:r>
              <a:rPr lang="en-US" dirty="0"/>
              <a:t>lr: 1e-4</a:t>
            </a:r>
          </a:p>
          <a:p>
            <a:r>
              <a:rPr lang="en-US" dirty="0"/>
              <a:t>epochs: 100</a:t>
            </a:r>
          </a:p>
          <a:p>
            <a:r>
              <a:rPr lang="en-US" dirty="0"/>
              <a:t>optimizer: </a:t>
            </a:r>
            <a:r>
              <a:rPr lang="en-US" dirty="0" smtClean="0"/>
              <a:t>Adam</a:t>
            </a:r>
          </a:p>
          <a:p>
            <a:r>
              <a:rPr lang="en-US" dirty="0" smtClean="0"/>
              <a:t>Sử dụng embedding dựa trên inference tập test của 3 mô hình</a:t>
            </a:r>
            <a:endParaRPr lang="en-US" dirty="0"/>
          </a:p>
          <a:p>
            <a:endParaRPr lang="vi-VN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575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Mô hình hội tụ tốt</a:t>
            </a:r>
          </a:p>
          <a:p>
            <a:r>
              <a:rPr lang="en-US" dirty="0" smtClean="0"/>
              <a:t>Loss giảm mạnh</a:t>
            </a:r>
          </a:p>
          <a:p>
            <a:r>
              <a:rPr lang="en-US" dirty="0" smtClean="0"/>
              <a:t>Rút gọn được vector đặc trưng</a:t>
            </a:r>
            <a:br>
              <a:rPr lang="en-US" dirty="0" smtClean="0"/>
            </a:br>
            <a:r>
              <a:rPr lang="en-US" dirty="0" smtClean="0"/>
              <a:t>256 chiều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902" y="1690688"/>
            <a:ext cx="6652854" cy="49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5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343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XÂY DỰNG MÔ HÌNH ĐA PHƯƠNG THỨC DỰ ĐOÁN TÀI CHÍNH (BTC/USD – 1HR)</vt:lpstr>
      <vt:lpstr>Data</vt:lpstr>
      <vt:lpstr>Data</vt:lpstr>
      <vt:lpstr>Data</vt:lpstr>
      <vt:lpstr>Finetuning finBERT</vt:lpstr>
      <vt:lpstr>Finetuning finBERT – kết quả</vt:lpstr>
      <vt:lpstr>Finetuning LSTM baseline</vt:lpstr>
      <vt:lpstr>Finetuning Transformer</vt:lpstr>
      <vt:lpstr>Finetuning Att-cnn</vt:lpstr>
      <vt:lpstr>Tổng kết mô hình định lượng</vt:lpstr>
      <vt:lpstr>Training Fusion</vt:lpstr>
      <vt:lpstr>Training 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2025-11-09T01:57:56Z</dcterms:created>
  <dcterms:modified xsi:type="dcterms:W3CDTF">2025-11-09T03:22:34Z</dcterms:modified>
</cp:coreProperties>
</file>